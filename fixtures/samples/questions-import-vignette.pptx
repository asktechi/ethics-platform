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/>
        <p:txBody>
          <a:bodyPr/>
          <a:lstStyle/>
          <a:p>
            <a:r>
              <a:t>A Level II candidate, Maya, is a research analyst covering regional banks. During a charity dinner she overhears the CFO of a covered bank confirm that an unannounced capital raise will be priced before the open. Maya's largest client has asked for a morning note. The dinner conversation lasted more than two minutes and included specific size and timing details that have not been released to the market.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/>
        <p:txBody>
          <a:bodyPr/>
          <a:lstStyle/>
          <a:p>
            <a:r>
              <a:t>A. Publish the morning note using the overheard details so the client is first.</a:t>
            </a:r>
          </a:p>
          <a:p>
            <a:r>
              <a:t>B. Wait until the information is public and do not trade or cause others to trade.</a:t>
            </a:r>
          </a:p>
          <a:p>
            <a:r>
              <a:t>C. Tell only the firm's proprietary desk so the firm can hedge.</a:t>
            </a:r>
          </a:p>
          <a:p>
            <a:r>
              <a:t>D. Ask the CFO to confirm the facts in writing after dinner.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/>
        <p:txBody>
          <a:bodyPr/>
          <a:lstStyle/>
          <a:p>
            <a:r>
              <a:t>B is correct because Standard II(A) prohibits acting or causing others to act on material nonpublic information, including information overheard socially.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/>
        <p:txBody>
          <a:bodyPr/>
          <a:lstStyle/>
          <a:p>
            <a:r>
              <a:t>Jordan manages two similar balanced accounts. A scarce IPO is allocated. Account A pays a higher fee. Jordan gives the entire IPO to Account A and tells Account B the deal was too small to bother with, even though both IPS documents permit IPO participation and both clients have asked about new issues this quarter.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/>
        <p:txBody>
          <a:bodyPr/>
          <a:lstStyle/>
          <a:p>
            <a:r>
              <a:t>A. Fee size may determine IPO allocation when mandates are identical.</a:t>
            </a:r>
          </a:p>
          <a:p>
            <a:r>
              <a:t>B. III(B) Fair Dealing requires objective allocation across similar clients.</a:t>
            </a:r>
          </a:p>
          <a:p>
            <a:r>
              <a:t>C. The smaller account has no right to scarce new issues.</a:t>
            </a:r>
          </a:p>
          <a:p>
            <a:r>
              <a:t>D. Oral notice to Account B cures any allocation problem.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>
            <p:ph type="body"/>
          </p:nvPr>
        </p:nvSpPr>
        <p:spPr/>
        <p:txBody>
          <a:bodyPr/>
          <a:lstStyle/>
          <a:p>
            <a:r>
              <a:t>B is correct because Standard III(B) requires fair and objective dealing when taking investment action for clients with similar mandates. Standard III(B).</a:t>
            </a:r>
          </a:p>
        </p:txBody>
      </p:sp>
    </p:spTree>
  </p:cSld>
</p:sld>
</file>